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5" r:id="rId8"/>
    <p:sldId id="266" r:id="rId9"/>
    <p:sldId id="267" r:id="rId10"/>
    <p:sldId id="281" r:id="rId11"/>
    <p:sldId id="282" r:id="rId12"/>
    <p:sldId id="283" r:id="rId13"/>
    <p:sldId id="28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7" r:id="rId25"/>
    <p:sldId id="279" r:id="rId26"/>
    <p:sldId id="280" r:id="rId27"/>
    <p:sldId id="26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ózon Szabolcs Dániel" initials="GSD" lastIdx="2" clrIdx="0">
    <p:extLst>
      <p:ext uri="{19B8F6BF-5375-455C-9EA6-DF929625EA0E}">
        <p15:presenceInfo xmlns:p15="http://schemas.microsoft.com/office/powerpoint/2012/main" userId="S-1-5-21-3282398031-2064251524-2738955293-79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865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592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56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029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62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485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125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4438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169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450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525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883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72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4783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8237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9897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65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FD74AF2-E35E-4E4C-9530-F97CB7A68F63}" type="datetimeFigureOut">
              <a:rPr lang="hu-HU" smtClean="0"/>
              <a:t>2025.12.03.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636FBBD-13C4-4C5D-B18E-29CDFC33B0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6974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62AA58-D261-49E7-BFA8-13F05A5F6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Barber</a:t>
            </a:r>
            <a:r>
              <a:rPr lang="hu-HU" dirty="0"/>
              <a:t> Időpontfoglaló projekt</a:t>
            </a:r>
            <a:br>
              <a:rPr lang="hu-HU" dirty="0"/>
            </a:br>
            <a:r>
              <a:rPr lang="hu-HU" sz="1800" dirty="0" err="1">
                <a:effectLst/>
              </a:rPr>
              <a:t>Barber</a:t>
            </a:r>
            <a:r>
              <a:rPr lang="hu-HU" sz="1800" dirty="0">
                <a:effectLst/>
              </a:rPr>
              <a:t> </a:t>
            </a:r>
            <a:r>
              <a:rPr lang="hu-HU" sz="1800" dirty="0" err="1">
                <a:effectLst/>
              </a:rPr>
              <a:t>Appointment</a:t>
            </a:r>
            <a:r>
              <a:rPr lang="hu-HU" sz="1800" dirty="0">
                <a:effectLst/>
              </a:rPr>
              <a:t> </a:t>
            </a:r>
            <a:r>
              <a:rPr lang="hu-HU" sz="1800" dirty="0" err="1">
                <a:effectLst/>
              </a:rPr>
              <a:t>booking</a:t>
            </a:r>
            <a:r>
              <a:rPr lang="hu-HU" sz="1800" dirty="0">
                <a:effectLst/>
              </a:rPr>
              <a:t> project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4666937-E0B1-49A3-B832-436860845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891954"/>
            <a:ext cx="9440034" cy="1049867"/>
          </a:xfrm>
        </p:spPr>
        <p:txBody>
          <a:bodyPr/>
          <a:lstStyle/>
          <a:p>
            <a:r>
              <a:rPr lang="hu-HU" dirty="0"/>
              <a:t>Gózon Szabolcs, Patai Krisztián, Újvári Csongor</a:t>
            </a:r>
          </a:p>
        </p:txBody>
      </p:sp>
    </p:spTree>
    <p:extLst>
      <p:ext uri="{BB962C8B-B14F-4D97-AF65-F5344CB8AC3E}">
        <p14:creationId xmlns:p14="http://schemas.microsoft.com/office/powerpoint/2010/main" val="245294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AF115A-B917-40D7-9666-83C33AC8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feladatok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CEE25F-AD00-47D7-863D-9642AB51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hu-HU" dirty="0"/>
              <a:t>Emberek tudjanak egyszerűen és gyorsan foglalni időpontot</a:t>
            </a:r>
          </a:p>
          <a:p>
            <a:pPr marL="36900" indent="0">
              <a:buNone/>
            </a:pPr>
            <a:r>
              <a:rPr lang="hu-HU" dirty="0"/>
              <a:t>A fodrász könnyen átlássa kliensei időpontjait</a:t>
            </a:r>
          </a:p>
          <a:p>
            <a:pPr marL="3690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339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4B3D36-C3E6-4002-B716-6F85FC66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 dirty="0"/>
              <a:t>Adatbázis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653E4E1-EB73-45A9-94CA-9BFF04C79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479" y="1431456"/>
            <a:ext cx="3300984" cy="970450"/>
          </a:xfrm>
        </p:spPr>
        <p:txBody>
          <a:bodyPr/>
          <a:lstStyle/>
          <a:p>
            <a:r>
              <a:rPr lang="hu-HU" dirty="0"/>
              <a:t>Kliensek adatai (</a:t>
            </a:r>
            <a:r>
              <a:rPr lang="hu-HU" dirty="0" err="1"/>
              <a:t>user</a:t>
            </a:r>
            <a:r>
              <a:rPr lang="hu-HU" dirty="0"/>
              <a:t>)</a:t>
            </a:r>
          </a:p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DBCC462-E00D-4815-8794-8988576AC99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5" y="2004970"/>
            <a:ext cx="3300984" cy="161068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Felhasználónév: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Jelszó: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Email-cím: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Telefonszám: 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AF6E151-308A-4FE6-8181-C69CC6C48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711" y="1491762"/>
            <a:ext cx="3300984" cy="424919"/>
          </a:xfrm>
        </p:spPr>
        <p:txBody>
          <a:bodyPr/>
          <a:lstStyle/>
          <a:p>
            <a:r>
              <a:rPr lang="hu-HU" dirty="0"/>
              <a:t>Időpontok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FB6884F0-6B9D-419C-AD35-054D7E8F755C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435" y="2004970"/>
            <a:ext cx="3300984" cy="1610686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hu-HU" dirty="0"/>
              <a:t>ID: 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Év-Hónap-Nap(időpont): DATEONLY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barberID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Szolgáltatás </a:t>
            </a:r>
            <a:r>
              <a:rPr lang="hu-HU" dirty="0" err="1"/>
              <a:t>Típúsa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1F90939C-D87C-46BF-AF1A-73EC9D2FFE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6572" y="1491762"/>
            <a:ext cx="3300984" cy="424919"/>
          </a:xfrm>
        </p:spPr>
        <p:txBody>
          <a:bodyPr/>
          <a:lstStyle/>
          <a:p>
            <a:r>
              <a:rPr lang="hu-HU" dirty="0"/>
              <a:t>Barberek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22C9B025-CEF0-4DE9-8BBA-FBDAF8D66D1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6572" y="2004970"/>
            <a:ext cx="3300984" cy="1728132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Name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SzolgáltatásID</a:t>
            </a:r>
            <a:r>
              <a:rPr lang="hu-HU" dirty="0"/>
              <a:t>: INT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E9CDFC78-388B-4294-86F6-CEDCEB7CE32F}"/>
              </a:ext>
            </a:extLst>
          </p:cNvPr>
          <p:cNvSpPr txBox="1">
            <a:spLocks/>
          </p:cNvSpPr>
          <p:nvPr/>
        </p:nvSpPr>
        <p:spPr>
          <a:xfrm>
            <a:off x="821137" y="34290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u-HU" dirty="0"/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ADB7A69A-5137-49BB-B1DF-6075E87989C0}"/>
              </a:ext>
            </a:extLst>
          </p:cNvPr>
          <p:cNvSpPr txBox="1">
            <a:spLocks/>
          </p:cNvSpPr>
          <p:nvPr/>
        </p:nvSpPr>
        <p:spPr>
          <a:xfrm>
            <a:off x="602260" y="4250856"/>
            <a:ext cx="3300984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Szolgáltatások (service)</a:t>
            </a:r>
          </a:p>
          <a:p>
            <a:endParaRPr lang="hu-HU" dirty="0"/>
          </a:p>
        </p:txBody>
      </p:sp>
      <p:sp>
        <p:nvSpPr>
          <p:cNvPr id="11" name="Szöveg helye 3">
            <a:extLst>
              <a:ext uri="{FF2B5EF4-FFF2-40B4-BE49-F238E27FC236}">
                <a16:creationId xmlns:a16="http://schemas.microsoft.com/office/drawing/2014/main" id="{D17D5B15-CFA1-4DB3-9C51-6ACD36A60F78}"/>
              </a:ext>
            </a:extLst>
          </p:cNvPr>
          <p:cNvSpPr txBox="1">
            <a:spLocks/>
          </p:cNvSpPr>
          <p:nvPr/>
        </p:nvSpPr>
        <p:spPr>
          <a:xfrm>
            <a:off x="810884" y="4736081"/>
            <a:ext cx="3300984" cy="16106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Szolgáltatás Neve: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Leírás: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Időtartam: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Ár: INT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  <p:sp>
        <p:nvSpPr>
          <p:cNvPr id="12" name="Szöveg helye 4">
            <a:extLst>
              <a:ext uri="{FF2B5EF4-FFF2-40B4-BE49-F238E27FC236}">
                <a16:creationId xmlns:a16="http://schemas.microsoft.com/office/drawing/2014/main" id="{6AAB14E3-C48D-4BF8-8DF9-F0E2A3550DD1}"/>
              </a:ext>
            </a:extLst>
          </p:cNvPr>
          <p:cNvSpPr txBox="1">
            <a:spLocks/>
          </p:cNvSpPr>
          <p:nvPr/>
        </p:nvSpPr>
        <p:spPr>
          <a:xfrm>
            <a:off x="4354053" y="4311162"/>
            <a:ext cx="3300984" cy="4249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Fodrászok dolgozási ideje</a:t>
            </a:r>
          </a:p>
        </p:txBody>
      </p:sp>
      <p:sp>
        <p:nvSpPr>
          <p:cNvPr id="13" name="Szöveg helye 5">
            <a:extLst>
              <a:ext uri="{FF2B5EF4-FFF2-40B4-BE49-F238E27FC236}">
                <a16:creationId xmlns:a16="http://schemas.microsoft.com/office/drawing/2014/main" id="{B8C87261-2BC1-40FE-A303-4FECE2731299}"/>
              </a:ext>
            </a:extLst>
          </p:cNvPr>
          <p:cNvSpPr txBox="1">
            <a:spLocks/>
          </p:cNvSpPr>
          <p:nvPr/>
        </p:nvSpPr>
        <p:spPr>
          <a:xfrm>
            <a:off x="4387614" y="4736081"/>
            <a:ext cx="3300984" cy="16106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hu-HU" dirty="0"/>
              <a:t>ID: 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BarberID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Hány napot dolgozik egy héten: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Kezdési_idő</a:t>
            </a:r>
            <a:r>
              <a:rPr lang="hu-HU" dirty="0"/>
              <a:t>: DATEONLY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Végzési_idő</a:t>
            </a:r>
            <a:r>
              <a:rPr lang="hu-HU" dirty="0"/>
              <a:t>: DATEONLY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  <p:sp>
        <p:nvSpPr>
          <p:cNvPr id="14" name="Szöveg helye 6">
            <a:extLst>
              <a:ext uri="{FF2B5EF4-FFF2-40B4-BE49-F238E27FC236}">
                <a16:creationId xmlns:a16="http://schemas.microsoft.com/office/drawing/2014/main" id="{EA7E2715-3C53-4DC4-94AD-DFC1F3BE1246}"/>
              </a:ext>
            </a:extLst>
          </p:cNvPr>
          <p:cNvSpPr txBox="1">
            <a:spLocks/>
          </p:cNvSpPr>
          <p:nvPr/>
        </p:nvSpPr>
        <p:spPr>
          <a:xfrm>
            <a:off x="7873914" y="4311162"/>
            <a:ext cx="3300984" cy="4249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Log</a:t>
            </a:r>
          </a:p>
        </p:txBody>
      </p:sp>
      <p:sp>
        <p:nvSpPr>
          <p:cNvPr id="15" name="Szöveg helye 7">
            <a:extLst>
              <a:ext uri="{FF2B5EF4-FFF2-40B4-BE49-F238E27FC236}">
                <a16:creationId xmlns:a16="http://schemas.microsoft.com/office/drawing/2014/main" id="{EC0E7741-E370-4DDF-A9A5-5C93082DA989}"/>
              </a:ext>
            </a:extLst>
          </p:cNvPr>
          <p:cNvSpPr txBox="1">
            <a:spLocks/>
          </p:cNvSpPr>
          <p:nvPr/>
        </p:nvSpPr>
        <p:spPr>
          <a:xfrm>
            <a:off x="7873914" y="4824370"/>
            <a:ext cx="3300984" cy="172813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BarberID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UserID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Lemondási Dátum: DATEONLY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8864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3119BE-AE38-4CF4-9494-6B808605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Weboldal Nézet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F0DB37-B191-478B-84AA-C88E4868D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Web:  Felhasználó barát weboldal, egyszerű és gyors foglalásra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6601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AC2554-7D28-4606-B183-B8E5922D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WPF nézet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BB798B-EBC2-409C-B924-179496D4C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WPF: Az </a:t>
            </a:r>
            <a:r>
              <a:rPr lang="hu-HU" dirty="0" err="1"/>
              <a:t>adminok</a:t>
            </a:r>
            <a:r>
              <a:rPr lang="hu-HU" dirty="0"/>
              <a:t> (fodrászok)  privát felülete amit csak ők érnek el, megtekinthetik a foglalt időpontokat egy naptár segítségével, esetleges betegség </a:t>
            </a:r>
            <a:r>
              <a:rPr lang="hu-HU" dirty="0" err="1"/>
              <a:t>stb</a:t>
            </a:r>
            <a:r>
              <a:rPr lang="hu-HU" dirty="0"/>
              <a:t> esetén törölhetik őket.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42876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36BE83-B13C-45FF-B40A-050B3391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Mobil alkalmazás nézet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4EE9CB-E673-42E6-B0BD-82EE46F0E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Mobil-alkalmazás: Az </a:t>
            </a:r>
            <a:r>
              <a:rPr lang="hu-HU" dirty="0" err="1"/>
              <a:t>adminok</a:t>
            </a:r>
            <a:r>
              <a:rPr lang="hu-HU" dirty="0"/>
              <a:t> könnyebben hozzáférnek a telefonjukhoz ezáltal kapnak értesítéseket foglalásról, változtatásról itt is azonnal.</a:t>
            </a:r>
          </a:p>
          <a:p>
            <a:r>
              <a:rPr lang="hu-HU" dirty="0"/>
              <a:t>Mondhatni a WPF-</a:t>
            </a:r>
            <a:r>
              <a:rPr lang="hu-HU" dirty="0" err="1"/>
              <a:t>nek</a:t>
            </a:r>
            <a:r>
              <a:rPr lang="hu-HU" dirty="0"/>
              <a:t> a mobil verziója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8760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D118D7-4C74-45BE-B9B8-0600B691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5226"/>
            <a:ext cx="10353762" cy="721453"/>
          </a:xfrm>
        </p:spPr>
        <p:txBody>
          <a:bodyPr>
            <a:normAutofit/>
          </a:bodyPr>
          <a:lstStyle/>
          <a:p>
            <a:r>
              <a:rPr lang="hu-HU" dirty="0"/>
              <a:t>Grafikai terv a frontendhez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EBE945B-3E72-44C7-8369-CF2EB143D4D3}"/>
              </a:ext>
            </a:extLst>
          </p:cNvPr>
          <p:cNvSpPr/>
          <p:nvPr/>
        </p:nvSpPr>
        <p:spPr>
          <a:xfrm>
            <a:off x="449080" y="1249960"/>
            <a:ext cx="11283192" cy="530603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37E3130-494F-4F8E-AEFD-FB989FC329F8}"/>
              </a:ext>
            </a:extLst>
          </p:cNvPr>
          <p:cNvSpPr/>
          <p:nvPr/>
        </p:nvSpPr>
        <p:spPr>
          <a:xfrm>
            <a:off x="713064" y="1484851"/>
            <a:ext cx="2114026" cy="4613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Fodrász szalon neve</a:t>
            </a: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AED06FFB-45DF-4B38-A47F-98ED89E9FE19}"/>
              </a:ext>
            </a:extLst>
          </p:cNvPr>
          <p:cNvSpPr/>
          <p:nvPr/>
        </p:nvSpPr>
        <p:spPr>
          <a:xfrm>
            <a:off x="3061981" y="1484851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Info</a:t>
            </a:r>
            <a:endParaRPr lang="hu-HU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7FBD1ADD-0555-47CB-BD3A-36F5ABE44D0C}"/>
              </a:ext>
            </a:extLst>
          </p:cNvPr>
          <p:cNvSpPr/>
          <p:nvPr/>
        </p:nvSpPr>
        <p:spPr>
          <a:xfrm>
            <a:off x="4999838" y="1484851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Fodrászok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D99E63F-D35C-4D5D-A8D7-C24BB0FBDAC5}"/>
              </a:ext>
            </a:extLst>
          </p:cNvPr>
          <p:cNvSpPr/>
          <p:nvPr/>
        </p:nvSpPr>
        <p:spPr>
          <a:xfrm>
            <a:off x="6912528" y="1484851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Foglalás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CBD790B7-6751-48CB-8072-7290CF689CB0}"/>
              </a:ext>
            </a:extLst>
          </p:cNvPr>
          <p:cNvSpPr/>
          <p:nvPr/>
        </p:nvSpPr>
        <p:spPr>
          <a:xfrm>
            <a:off x="8825218" y="1501628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Térkép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F479668-BD91-4506-B005-EEF551836E1E}"/>
              </a:ext>
            </a:extLst>
          </p:cNvPr>
          <p:cNvSpPr txBox="1"/>
          <p:nvPr/>
        </p:nvSpPr>
        <p:spPr>
          <a:xfrm flipH="1">
            <a:off x="2827090" y="1193851"/>
            <a:ext cx="148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(</a:t>
            </a:r>
            <a:r>
              <a:rPr lang="hu-HU" sz="1400" dirty="0" err="1"/>
              <a:t>Nav</a:t>
            </a:r>
            <a:r>
              <a:rPr lang="hu-HU" sz="1400" dirty="0"/>
              <a:t> </a:t>
            </a:r>
            <a:r>
              <a:rPr lang="hu-HU" sz="1400" dirty="0" err="1"/>
              <a:t>menu</a:t>
            </a:r>
            <a:r>
              <a:rPr lang="hu-HU" sz="1400" dirty="0"/>
              <a:t>)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05A5079D-4AC5-472F-94DF-B23F05A43EE6}"/>
              </a:ext>
            </a:extLst>
          </p:cNvPr>
          <p:cNvSpPr/>
          <p:nvPr/>
        </p:nvSpPr>
        <p:spPr>
          <a:xfrm>
            <a:off x="654341" y="2340527"/>
            <a:ext cx="8170877" cy="40686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Információ a szalonról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7607749-0B3F-4E0A-AECF-E7EF9EA8913D}"/>
              </a:ext>
            </a:extLst>
          </p:cNvPr>
          <p:cNvSpPr txBox="1"/>
          <p:nvPr/>
        </p:nvSpPr>
        <p:spPr>
          <a:xfrm>
            <a:off x="553672" y="1958721"/>
            <a:ext cx="2273418" cy="38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Háttérkép a szalonról</a:t>
            </a: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994E8B50-5FC6-44F8-968F-581EBCA01D0D}"/>
              </a:ext>
            </a:extLst>
          </p:cNvPr>
          <p:cNvSpPr/>
          <p:nvPr/>
        </p:nvSpPr>
        <p:spPr>
          <a:xfrm>
            <a:off x="9030479" y="2429660"/>
            <a:ext cx="2571493" cy="3890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Elérhetőségek</a:t>
            </a:r>
          </a:p>
        </p:txBody>
      </p:sp>
    </p:spTree>
    <p:extLst>
      <p:ext uri="{BB962C8B-B14F-4D97-AF65-F5344CB8AC3E}">
        <p14:creationId xmlns:p14="http://schemas.microsoft.com/office/powerpoint/2010/main" val="153431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F458E-BB76-414E-B762-138EF707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27CBA901-600F-4529-9CEA-CE555387EC96}"/>
              </a:ext>
            </a:extLst>
          </p:cNvPr>
          <p:cNvSpPr/>
          <p:nvPr/>
        </p:nvSpPr>
        <p:spPr>
          <a:xfrm>
            <a:off x="449080" y="609600"/>
            <a:ext cx="11283192" cy="291377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A2BEFFB7-D0C6-4570-8D16-9766E9D42205}"/>
              </a:ext>
            </a:extLst>
          </p:cNvPr>
          <p:cNvSpPr/>
          <p:nvPr/>
        </p:nvSpPr>
        <p:spPr>
          <a:xfrm>
            <a:off x="459728" y="3723314"/>
            <a:ext cx="11283192" cy="291377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C16A6C8D-EE18-4FD1-9338-EED29A28B61B}"/>
              </a:ext>
            </a:extLst>
          </p:cNvPr>
          <p:cNvSpPr/>
          <p:nvPr/>
        </p:nvSpPr>
        <p:spPr>
          <a:xfrm>
            <a:off x="796954" y="872455"/>
            <a:ext cx="5805182" cy="24160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Naptár foglalt időpontokkal</a:t>
            </a: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6F06541E-C53A-4808-8CB1-6A43E41EAFB9}"/>
              </a:ext>
            </a:extLst>
          </p:cNvPr>
          <p:cNvSpPr/>
          <p:nvPr/>
        </p:nvSpPr>
        <p:spPr>
          <a:xfrm>
            <a:off x="6853806" y="872456"/>
            <a:ext cx="2969702" cy="2416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Fodrászok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984E27BE-EB9C-4087-B858-0F75C1F2D516}"/>
              </a:ext>
            </a:extLst>
          </p:cNvPr>
          <p:cNvSpPr/>
          <p:nvPr/>
        </p:nvSpPr>
        <p:spPr>
          <a:xfrm>
            <a:off x="10152345" y="1478907"/>
            <a:ext cx="1115212" cy="12031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Foglalás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6F19BF13-66DA-44B8-84C5-2F722AE02D8D}"/>
              </a:ext>
            </a:extLst>
          </p:cNvPr>
          <p:cNvSpPr/>
          <p:nvPr/>
        </p:nvSpPr>
        <p:spPr>
          <a:xfrm>
            <a:off x="680906" y="3972187"/>
            <a:ext cx="10820399" cy="24537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Térkép</a:t>
            </a:r>
          </a:p>
        </p:txBody>
      </p:sp>
    </p:spTree>
    <p:extLst>
      <p:ext uri="{BB962C8B-B14F-4D97-AF65-F5344CB8AC3E}">
        <p14:creationId xmlns:p14="http://schemas.microsoft.com/office/powerpoint/2010/main" val="126071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1297D8-B861-47F7-98A1-A50EF52C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 rámész a foglalásra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5D64D316-AA15-4837-A40B-5FD32B797024}"/>
              </a:ext>
            </a:extLst>
          </p:cNvPr>
          <p:cNvSpPr/>
          <p:nvPr/>
        </p:nvSpPr>
        <p:spPr>
          <a:xfrm>
            <a:off x="449080" y="1479382"/>
            <a:ext cx="11283192" cy="483752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1523750-46CE-4DFC-8524-927608FD0663}"/>
              </a:ext>
            </a:extLst>
          </p:cNvPr>
          <p:cNvSpPr/>
          <p:nvPr/>
        </p:nvSpPr>
        <p:spPr>
          <a:xfrm>
            <a:off x="746620" y="1837189"/>
            <a:ext cx="1921079" cy="4169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Fodrászok</a:t>
            </a: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991AA8C0-86C6-47D5-A5AB-C1E9D45EAB1C}"/>
              </a:ext>
            </a:extLst>
          </p:cNvPr>
          <p:cNvSpPr/>
          <p:nvPr/>
        </p:nvSpPr>
        <p:spPr>
          <a:xfrm>
            <a:off x="3088547" y="1837189"/>
            <a:ext cx="1921079" cy="4169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Kínálat mit szeretnél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735000D9-1326-4ED0-8344-B9B0C0C9F070}"/>
              </a:ext>
            </a:extLst>
          </p:cNvPr>
          <p:cNvSpPr/>
          <p:nvPr/>
        </p:nvSpPr>
        <p:spPr>
          <a:xfrm>
            <a:off x="5430474" y="1863816"/>
            <a:ext cx="5760440" cy="4169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Szabad időpontok a fodrászhoz</a:t>
            </a:r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BD4833CD-83AE-4B25-A9FC-728EAD83A97B}"/>
              </a:ext>
            </a:extLst>
          </p:cNvPr>
          <p:cNvCxnSpPr>
            <a:cxnSpLocks/>
          </p:cNvCxnSpPr>
          <p:nvPr/>
        </p:nvCxnSpPr>
        <p:spPr>
          <a:xfrm>
            <a:off x="2424417" y="1719743"/>
            <a:ext cx="8822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0E1E7D88-90D7-49CB-A2F9-1335CE6D00FC}"/>
              </a:ext>
            </a:extLst>
          </p:cNvPr>
          <p:cNvCxnSpPr>
            <a:cxnSpLocks/>
          </p:cNvCxnSpPr>
          <p:nvPr/>
        </p:nvCxnSpPr>
        <p:spPr>
          <a:xfrm>
            <a:off x="4892178" y="1719743"/>
            <a:ext cx="8822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7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D09644-C263-447C-9795-66DC04F3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WPF Design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EE811674-EBED-46CB-A5D5-E54BA0976E88}"/>
              </a:ext>
            </a:extLst>
          </p:cNvPr>
          <p:cNvSpPr/>
          <p:nvPr/>
        </p:nvSpPr>
        <p:spPr>
          <a:xfrm>
            <a:off x="4804929" y="1934710"/>
            <a:ext cx="2571493" cy="3890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Bejelentkezés a Barbereknek</a:t>
            </a:r>
          </a:p>
        </p:txBody>
      </p:sp>
    </p:spTree>
    <p:extLst>
      <p:ext uri="{BB962C8B-B14F-4D97-AF65-F5344CB8AC3E}">
        <p14:creationId xmlns:p14="http://schemas.microsoft.com/office/powerpoint/2010/main" val="96120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1307AA-08BF-44F5-8202-CAD53168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0245"/>
            <a:ext cx="10353762" cy="970450"/>
          </a:xfrm>
        </p:spPr>
        <p:txBody>
          <a:bodyPr/>
          <a:lstStyle/>
          <a:p>
            <a:r>
              <a:rPr lang="hu-HU" dirty="0"/>
              <a:t>Bejelentkezés Után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34E7C4E4-477F-4257-90DF-DF522338AD3C}"/>
              </a:ext>
            </a:extLst>
          </p:cNvPr>
          <p:cNvSpPr/>
          <p:nvPr/>
        </p:nvSpPr>
        <p:spPr>
          <a:xfrm>
            <a:off x="553671" y="1207584"/>
            <a:ext cx="11283192" cy="530603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BF2DE2F4-6B48-4E83-BD77-97F5A3C5B480}"/>
              </a:ext>
            </a:extLst>
          </p:cNvPr>
          <p:cNvSpPr/>
          <p:nvPr/>
        </p:nvSpPr>
        <p:spPr>
          <a:xfrm>
            <a:off x="4739779" y="1404887"/>
            <a:ext cx="2114026" cy="4613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Barber</a:t>
            </a:r>
            <a:r>
              <a:rPr lang="hu-HU" dirty="0"/>
              <a:t> szalon neve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CECB688-7AEF-43BB-A768-219370BD696B}"/>
              </a:ext>
            </a:extLst>
          </p:cNvPr>
          <p:cNvSpPr/>
          <p:nvPr/>
        </p:nvSpPr>
        <p:spPr>
          <a:xfrm>
            <a:off x="639847" y="2340526"/>
            <a:ext cx="8170877" cy="40686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Naptár a foglalt időpontokkal benne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FCA5112-482A-46A2-AB03-83A1576059B6}"/>
              </a:ext>
            </a:extLst>
          </p:cNvPr>
          <p:cNvSpPr txBox="1"/>
          <p:nvPr/>
        </p:nvSpPr>
        <p:spPr>
          <a:xfrm>
            <a:off x="553671" y="1266252"/>
            <a:ext cx="284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Háttérkép a szalonról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93FA714E-C558-4B6D-A4BC-6DB39A67C42D}"/>
              </a:ext>
            </a:extLst>
          </p:cNvPr>
          <p:cNvSpPr/>
          <p:nvPr/>
        </p:nvSpPr>
        <p:spPr>
          <a:xfrm>
            <a:off x="9038047" y="2429660"/>
            <a:ext cx="2571493" cy="3890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Következő időpontok</a:t>
            </a:r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C2AD5AA1-03A7-42FC-96B8-849A13D6DFDA}"/>
              </a:ext>
            </a:extLst>
          </p:cNvPr>
          <p:cNvSpPr/>
          <p:nvPr/>
        </p:nvSpPr>
        <p:spPr>
          <a:xfrm>
            <a:off x="713064" y="1791020"/>
            <a:ext cx="931179" cy="3693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200" dirty="0"/>
              <a:t>Új </a:t>
            </a:r>
            <a:r>
              <a:rPr lang="hu-HU" sz="1200" dirty="0" err="1"/>
              <a:t>barber</a:t>
            </a:r>
            <a:r>
              <a:rPr lang="hu-HU" sz="1200" dirty="0"/>
              <a:t> adás</a:t>
            </a:r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89007929-6559-415F-856B-7B3A569BCA85}"/>
              </a:ext>
            </a:extLst>
          </p:cNvPr>
          <p:cNvSpPr/>
          <p:nvPr/>
        </p:nvSpPr>
        <p:spPr>
          <a:xfrm>
            <a:off x="10707150" y="1975686"/>
            <a:ext cx="931179" cy="2889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000" dirty="0" err="1"/>
              <a:t>Kijelentkezes</a:t>
            </a:r>
            <a:endParaRPr lang="hu-HU" sz="1000" dirty="0"/>
          </a:p>
        </p:txBody>
      </p:sp>
    </p:spTree>
    <p:extLst>
      <p:ext uri="{BB962C8B-B14F-4D97-AF65-F5344CB8AC3E}">
        <p14:creationId xmlns:p14="http://schemas.microsoft.com/office/powerpoint/2010/main" val="368909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D09644-C263-447C-9795-66DC04F3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Mobile Design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EE811674-EBED-46CB-A5D5-E54BA0976E88}"/>
              </a:ext>
            </a:extLst>
          </p:cNvPr>
          <p:cNvSpPr/>
          <p:nvPr/>
        </p:nvSpPr>
        <p:spPr>
          <a:xfrm>
            <a:off x="4804929" y="1644242"/>
            <a:ext cx="2571493" cy="49411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Login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Barbers</a:t>
            </a: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423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395D682-5CCF-43F5-871D-67FCA029BB98}"/>
              </a:ext>
            </a:extLst>
          </p:cNvPr>
          <p:cNvSpPr/>
          <p:nvPr/>
        </p:nvSpPr>
        <p:spPr>
          <a:xfrm>
            <a:off x="4737817" y="1342238"/>
            <a:ext cx="2571493" cy="49411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61307AA-08BF-44F5-8202-CAD53168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0245"/>
            <a:ext cx="10353762" cy="970450"/>
          </a:xfrm>
        </p:spPr>
        <p:txBody>
          <a:bodyPr/>
          <a:lstStyle/>
          <a:p>
            <a:r>
              <a:rPr lang="hu-HU" dirty="0"/>
              <a:t>Bejelentkezés után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2A1DB2-B1BE-4802-B8E1-0274E4F39FA7}"/>
              </a:ext>
            </a:extLst>
          </p:cNvPr>
          <p:cNvSpPr txBox="1"/>
          <p:nvPr/>
        </p:nvSpPr>
        <p:spPr>
          <a:xfrm>
            <a:off x="5378462" y="1669409"/>
            <a:ext cx="1424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/>
              <a:t>Barber</a:t>
            </a:r>
            <a:r>
              <a:rPr lang="hu-HU" sz="1200" dirty="0"/>
              <a:t> szalon neve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F7E5F898-207B-4D93-AC7D-64838BE58C01}"/>
              </a:ext>
            </a:extLst>
          </p:cNvPr>
          <p:cNvSpPr/>
          <p:nvPr/>
        </p:nvSpPr>
        <p:spPr>
          <a:xfrm>
            <a:off x="4941117" y="2144092"/>
            <a:ext cx="2172748" cy="12150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Időpontok</a:t>
            </a: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BA53D76D-D570-4EBB-9871-B1040361A340}"/>
              </a:ext>
            </a:extLst>
          </p:cNvPr>
          <p:cNvSpPr/>
          <p:nvPr/>
        </p:nvSpPr>
        <p:spPr>
          <a:xfrm>
            <a:off x="5063157" y="3466781"/>
            <a:ext cx="1987923" cy="9704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Legkorábbi időpont a kliens adataival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FE0D9A2-321B-4B94-88A7-A12F483BD720}"/>
              </a:ext>
            </a:extLst>
          </p:cNvPr>
          <p:cNvSpPr/>
          <p:nvPr/>
        </p:nvSpPr>
        <p:spPr>
          <a:xfrm>
            <a:off x="5243119" y="4634915"/>
            <a:ext cx="1559770" cy="9704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Szabad időpontok</a:t>
            </a:r>
          </a:p>
          <a:p>
            <a:pPr algn="ctr"/>
            <a:r>
              <a:rPr lang="hu-HU" dirty="0"/>
              <a:t>Mára</a:t>
            </a:r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A24BCE66-3F39-4DFC-BEE6-DAFB176AFDE3}"/>
              </a:ext>
            </a:extLst>
          </p:cNvPr>
          <p:cNvSpPr/>
          <p:nvPr/>
        </p:nvSpPr>
        <p:spPr>
          <a:xfrm>
            <a:off x="5572854" y="5756909"/>
            <a:ext cx="811167" cy="3293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800" dirty="0" err="1"/>
              <a:t>Kijelentkezes</a:t>
            </a:r>
            <a:endParaRPr lang="hu-HU" sz="800" dirty="0"/>
          </a:p>
        </p:txBody>
      </p:sp>
    </p:spTree>
    <p:extLst>
      <p:ext uri="{BB962C8B-B14F-4D97-AF65-F5344CB8AC3E}">
        <p14:creationId xmlns:p14="http://schemas.microsoft.com/office/powerpoint/2010/main" val="2352291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DC8E99-35FE-4A65-ABFB-32615C34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rmAutofit/>
          </a:bodyPr>
          <a:lstStyle/>
          <a:p>
            <a:r>
              <a:rPr lang="hu-HU" dirty="0"/>
              <a:t>Angol nyelvű prezentáció</a:t>
            </a:r>
            <a:br>
              <a:rPr lang="hu-HU" dirty="0"/>
            </a:br>
            <a:r>
              <a:rPr lang="hu-HU" sz="1400" dirty="0"/>
              <a:t>(English)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3826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AF115A-B917-40D7-9666-83C33AC8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Main </a:t>
            </a:r>
            <a:r>
              <a:rPr lang="hu-HU" dirty="0" err="1"/>
              <a:t>function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CEE25F-AD00-47D7-863D-9642AB51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hu-HU" dirty="0" err="1"/>
              <a:t>People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book</a:t>
            </a:r>
            <a:r>
              <a:rPr lang="hu-HU" dirty="0"/>
              <a:t> </a:t>
            </a:r>
            <a:r>
              <a:rPr lang="hu-HU" dirty="0" err="1"/>
              <a:t>appointment</a:t>
            </a:r>
            <a:r>
              <a:rPr lang="hu-HU" dirty="0"/>
              <a:t> </a:t>
            </a:r>
            <a:r>
              <a:rPr lang="hu-HU" dirty="0" err="1"/>
              <a:t>easily</a:t>
            </a:r>
            <a:r>
              <a:rPr lang="hu-HU" dirty="0"/>
              <a:t> and </a:t>
            </a:r>
            <a:r>
              <a:rPr lang="hu-HU" dirty="0" err="1"/>
              <a:t>fast</a:t>
            </a:r>
            <a:endParaRPr lang="hu-HU" dirty="0"/>
          </a:p>
          <a:p>
            <a:pPr marL="36900" indent="0">
              <a:buNone/>
            </a:pPr>
            <a:r>
              <a:rPr lang="hu-HU" dirty="0"/>
              <a:t>The </a:t>
            </a:r>
            <a:r>
              <a:rPr lang="hu-HU" dirty="0" err="1"/>
              <a:t>barber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easily</a:t>
            </a:r>
            <a:r>
              <a:rPr lang="hu-HU" dirty="0"/>
              <a:t> </a:t>
            </a:r>
            <a:r>
              <a:rPr lang="hu-HU" dirty="0" err="1"/>
              <a:t>see</a:t>
            </a:r>
            <a:r>
              <a:rPr lang="hu-HU" dirty="0"/>
              <a:t> </a:t>
            </a:r>
            <a:r>
              <a:rPr lang="hu-HU" dirty="0" err="1"/>
              <a:t>through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clients</a:t>
            </a:r>
            <a:r>
              <a:rPr lang="hu-HU" dirty="0"/>
              <a:t> </a:t>
            </a:r>
            <a:r>
              <a:rPr lang="hu-HU" dirty="0" err="1"/>
              <a:t>appointments</a:t>
            </a:r>
            <a:endParaRPr lang="hu-HU" dirty="0"/>
          </a:p>
          <a:p>
            <a:pPr marL="3690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1321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4B3D36-C3E6-4002-B716-6F85FC66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 dirty="0" err="1"/>
              <a:t>DataBase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653E4E1-EB73-45A9-94CA-9BFF04C79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479" y="1431456"/>
            <a:ext cx="3300984" cy="970450"/>
          </a:xfrm>
        </p:spPr>
        <p:txBody>
          <a:bodyPr/>
          <a:lstStyle/>
          <a:p>
            <a:r>
              <a:rPr lang="hu-HU" dirty="0" err="1"/>
              <a:t>Client’s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(</a:t>
            </a:r>
            <a:r>
              <a:rPr lang="hu-HU" dirty="0" err="1"/>
              <a:t>user</a:t>
            </a:r>
            <a:r>
              <a:rPr lang="hu-HU" dirty="0"/>
              <a:t>)</a:t>
            </a:r>
          </a:p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DBCC462-E00D-4815-8794-8988576AC99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5" y="2004970"/>
            <a:ext cx="3300984" cy="161068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Username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Password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Email-</a:t>
            </a:r>
            <a:r>
              <a:rPr lang="hu-HU" dirty="0" err="1"/>
              <a:t>address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Phone</a:t>
            </a:r>
            <a:r>
              <a:rPr lang="hu-HU" dirty="0"/>
              <a:t> </a:t>
            </a:r>
            <a:r>
              <a:rPr lang="hu-HU" dirty="0" err="1"/>
              <a:t>Number</a:t>
            </a:r>
            <a:r>
              <a:rPr lang="hu-HU" dirty="0"/>
              <a:t>: 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AF6E151-308A-4FE6-8181-C69CC6C48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711" y="1491762"/>
            <a:ext cx="3300984" cy="424919"/>
          </a:xfrm>
        </p:spPr>
        <p:txBody>
          <a:bodyPr/>
          <a:lstStyle/>
          <a:p>
            <a:r>
              <a:rPr lang="hu-HU" dirty="0" err="1"/>
              <a:t>Appointments</a:t>
            </a:r>
            <a:endParaRPr lang="hu-HU" dirty="0"/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FB6884F0-6B9D-419C-AD35-054D7E8F755C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435" y="2004970"/>
            <a:ext cx="3300984" cy="1610686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hu-HU" dirty="0"/>
              <a:t>ID: 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Year-</a:t>
            </a:r>
            <a:r>
              <a:rPr lang="hu-HU" dirty="0" err="1"/>
              <a:t>Month</a:t>
            </a:r>
            <a:r>
              <a:rPr lang="hu-HU" dirty="0"/>
              <a:t>-Day(</a:t>
            </a:r>
            <a:r>
              <a:rPr lang="hu-HU" dirty="0" err="1"/>
              <a:t>appointment</a:t>
            </a:r>
            <a:r>
              <a:rPr lang="hu-HU" dirty="0"/>
              <a:t>): DATEONLY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barberID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Service </a:t>
            </a:r>
            <a:r>
              <a:rPr lang="hu-HU" dirty="0" err="1"/>
              <a:t>Type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1F90939C-D87C-46BF-AF1A-73EC9D2FFE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6572" y="1491762"/>
            <a:ext cx="3300984" cy="424919"/>
          </a:xfrm>
        </p:spPr>
        <p:txBody>
          <a:bodyPr/>
          <a:lstStyle/>
          <a:p>
            <a:r>
              <a:rPr lang="hu-HU" dirty="0"/>
              <a:t>Barberek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22C9B025-CEF0-4DE9-8BBA-FBDAF8D66D1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6572" y="2004970"/>
            <a:ext cx="3300984" cy="1728132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Name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ServiceID</a:t>
            </a:r>
            <a:r>
              <a:rPr lang="hu-HU" dirty="0"/>
              <a:t>: INT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E9CDFC78-388B-4294-86F6-CEDCEB7CE32F}"/>
              </a:ext>
            </a:extLst>
          </p:cNvPr>
          <p:cNvSpPr txBox="1">
            <a:spLocks/>
          </p:cNvSpPr>
          <p:nvPr/>
        </p:nvSpPr>
        <p:spPr>
          <a:xfrm>
            <a:off x="821137" y="34290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u-HU" dirty="0"/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ADB7A69A-5137-49BB-B1DF-6075E87989C0}"/>
              </a:ext>
            </a:extLst>
          </p:cNvPr>
          <p:cNvSpPr txBox="1">
            <a:spLocks/>
          </p:cNvSpPr>
          <p:nvPr/>
        </p:nvSpPr>
        <p:spPr>
          <a:xfrm>
            <a:off x="451258" y="3952287"/>
            <a:ext cx="3300984" cy="53759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Services</a:t>
            </a:r>
            <a:r>
              <a:rPr lang="hu-HU" dirty="0"/>
              <a:t> </a:t>
            </a:r>
          </a:p>
        </p:txBody>
      </p:sp>
      <p:sp>
        <p:nvSpPr>
          <p:cNvPr id="11" name="Szöveg helye 3">
            <a:extLst>
              <a:ext uri="{FF2B5EF4-FFF2-40B4-BE49-F238E27FC236}">
                <a16:creationId xmlns:a16="http://schemas.microsoft.com/office/drawing/2014/main" id="{D17D5B15-CFA1-4DB3-9C51-6ACD36A60F78}"/>
              </a:ext>
            </a:extLst>
          </p:cNvPr>
          <p:cNvSpPr txBox="1">
            <a:spLocks/>
          </p:cNvSpPr>
          <p:nvPr/>
        </p:nvSpPr>
        <p:spPr>
          <a:xfrm>
            <a:off x="810884" y="4736081"/>
            <a:ext cx="3300984" cy="16106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Service </a:t>
            </a:r>
            <a:r>
              <a:rPr lang="hu-HU" dirty="0" err="1"/>
              <a:t>Name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Description</a:t>
            </a:r>
            <a:r>
              <a:rPr lang="hu-HU" dirty="0"/>
              <a:t>: STRING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Periodtime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/>
              <a:t>Price: INT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  <p:sp>
        <p:nvSpPr>
          <p:cNvPr id="12" name="Szöveg helye 4">
            <a:extLst>
              <a:ext uri="{FF2B5EF4-FFF2-40B4-BE49-F238E27FC236}">
                <a16:creationId xmlns:a16="http://schemas.microsoft.com/office/drawing/2014/main" id="{6AAB14E3-C48D-4BF8-8DF9-F0E2A3550DD1}"/>
              </a:ext>
            </a:extLst>
          </p:cNvPr>
          <p:cNvSpPr txBox="1">
            <a:spLocks/>
          </p:cNvSpPr>
          <p:nvPr/>
        </p:nvSpPr>
        <p:spPr>
          <a:xfrm>
            <a:off x="4379602" y="4064960"/>
            <a:ext cx="3300984" cy="4249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Barber</a:t>
            </a:r>
            <a:r>
              <a:rPr lang="hu-HU" dirty="0"/>
              <a:t> </a:t>
            </a:r>
            <a:r>
              <a:rPr lang="hu-HU" dirty="0" err="1"/>
              <a:t>working</a:t>
            </a:r>
            <a:r>
              <a:rPr lang="hu-HU" dirty="0"/>
              <a:t> </a:t>
            </a:r>
            <a:r>
              <a:rPr lang="hu-HU" dirty="0" err="1"/>
              <a:t>time</a:t>
            </a:r>
            <a:endParaRPr lang="hu-HU" dirty="0"/>
          </a:p>
        </p:txBody>
      </p:sp>
      <p:sp>
        <p:nvSpPr>
          <p:cNvPr id="13" name="Szöveg helye 5">
            <a:extLst>
              <a:ext uri="{FF2B5EF4-FFF2-40B4-BE49-F238E27FC236}">
                <a16:creationId xmlns:a16="http://schemas.microsoft.com/office/drawing/2014/main" id="{B8C87261-2BC1-40FE-A303-4FECE2731299}"/>
              </a:ext>
            </a:extLst>
          </p:cNvPr>
          <p:cNvSpPr txBox="1">
            <a:spLocks/>
          </p:cNvSpPr>
          <p:nvPr/>
        </p:nvSpPr>
        <p:spPr>
          <a:xfrm>
            <a:off x="4387614" y="4736081"/>
            <a:ext cx="3300984" cy="16106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hu-HU" dirty="0"/>
              <a:t>ID: 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BarberID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Working_days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Start_time</a:t>
            </a:r>
            <a:r>
              <a:rPr lang="hu-HU" dirty="0"/>
              <a:t>: DATEONLY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End_time</a:t>
            </a:r>
            <a:r>
              <a:rPr lang="hu-HU" dirty="0"/>
              <a:t> : DATEONLY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  <p:sp>
        <p:nvSpPr>
          <p:cNvPr id="14" name="Szöveg helye 6">
            <a:extLst>
              <a:ext uri="{FF2B5EF4-FFF2-40B4-BE49-F238E27FC236}">
                <a16:creationId xmlns:a16="http://schemas.microsoft.com/office/drawing/2014/main" id="{EA7E2715-3C53-4DC4-94AD-DFC1F3BE1246}"/>
              </a:ext>
            </a:extLst>
          </p:cNvPr>
          <p:cNvSpPr txBox="1">
            <a:spLocks/>
          </p:cNvSpPr>
          <p:nvPr/>
        </p:nvSpPr>
        <p:spPr>
          <a:xfrm>
            <a:off x="7873914" y="4064959"/>
            <a:ext cx="3300984" cy="4249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Log</a:t>
            </a:r>
          </a:p>
        </p:txBody>
      </p:sp>
      <p:sp>
        <p:nvSpPr>
          <p:cNvPr id="15" name="Szöveg helye 7">
            <a:extLst>
              <a:ext uri="{FF2B5EF4-FFF2-40B4-BE49-F238E27FC236}">
                <a16:creationId xmlns:a16="http://schemas.microsoft.com/office/drawing/2014/main" id="{EC0E7741-E370-4DDF-A9A5-5C93082DA989}"/>
              </a:ext>
            </a:extLst>
          </p:cNvPr>
          <p:cNvSpPr txBox="1">
            <a:spLocks/>
          </p:cNvSpPr>
          <p:nvPr/>
        </p:nvSpPr>
        <p:spPr>
          <a:xfrm>
            <a:off x="7873914" y="4824370"/>
            <a:ext cx="3300984" cy="172813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hu-HU" dirty="0"/>
              <a:t>ID: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BarberID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UserID</a:t>
            </a:r>
            <a:r>
              <a:rPr lang="hu-HU" dirty="0"/>
              <a:t>: INT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dirty="0" err="1"/>
              <a:t>Cancel_Date</a:t>
            </a:r>
            <a:r>
              <a:rPr lang="hu-HU" dirty="0"/>
              <a:t>: DATEONLY</a:t>
            </a:r>
          </a:p>
          <a:p>
            <a:pPr marL="342900" indent="-342900" algn="l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71987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3119BE-AE38-4CF4-9494-6B808605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Webpage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F0DB37-B191-478B-84AA-C88E4868D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Web: 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friendly</a:t>
            </a:r>
            <a:r>
              <a:rPr lang="hu-HU" dirty="0"/>
              <a:t> </a:t>
            </a:r>
            <a:r>
              <a:rPr lang="hu-HU" dirty="0" err="1"/>
              <a:t>webpage</a:t>
            </a:r>
            <a:r>
              <a:rPr lang="hu-HU" dirty="0"/>
              <a:t>, </a:t>
            </a:r>
            <a:r>
              <a:rPr lang="hu-HU" dirty="0" err="1"/>
              <a:t>simple</a:t>
            </a:r>
            <a:r>
              <a:rPr lang="hu-HU" dirty="0"/>
              <a:t> and </a:t>
            </a:r>
            <a:r>
              <a:rPr lang="hu-HU" dirty="0" err="1"/>
              <a:t>quick</a:t>
            </a:r>
            <a:r>
              <a:rPr lang="hu-HU" dirty="0"/>
              <a:t> </a:t>
            </a:r>
            <a:r>
              <a:rPr lang="hu-HU" dirty="0" err="1"/>
              <a:t>booking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92509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AC2554-7D28-4606-B183-B8E5922D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WPF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BB798B-EBC2-409C-B924-179496D4C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WPF: </a:t>
            </a:r>
            <a:r>
              <a:rPr lang="en-US" dirty="0"/>
              <a:t>The admins (</a:t>
            </a:r>
            <a:r>
              <a:rPr lang="hu-HU" dirty="0" err="1"/>
              <a:t>barbers</a:t>
            </a:r>
            <a:r>
              <a:rPr lang="en-US" dirty="0"/>
              <a:t>) have a private interface that only they can access. They can view booked appointments using a calendar and cancel them in case of illness, </a:t>
            </a:r>
            <a:r>
              <a:rPr lang="hu-HU" dirty="0" err="1"/>
              <a:t>traveling</a:t>
            </a:r>
            <a:r>
              <a:rPr lang="hu-HU" dirty="0"/>
              <a:t>,</a:t>
            </a:r>
            <a:r>
              <a:rPr lang="en-US" dirty="0"/>
              <a:t>etc.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92715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36BE83-B13C-45FF-B40A-050B3391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Mobile </a:t>
            </a:r>
            <a:r>
              <a:rPr lang="hu-HU" dirty="0" err="1"/>
              <a:t>application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4EE9CB-E673-42E6-B0BD-82EE46F0E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 app: Admins have easier access to their phones, so they can receive notifications about bookings and changes right here.</a:t>
            </a:r>
            <a:endParaRPr lang="hu-HU" dirty="0"/>
          </a:p>
          <a:p>
            <a:r>
              <a:rPr lang="hu-HU" dirty="0" err="1"/>
              <a:t>Same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WPF,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mobile</a:t>
            </a:r>
          </a:p>
        </p:txBody>
      </p:sp>
    </p:spTree>
    <p:extLst>
      <p:ext uri="{BB962C8B-B14F-4D97-AF65-F5344CB8AC3E}">
        <p14:creationId xmlns:p14="http://schemas.microsoft.com/office/powerpoint/2010/main" val="1378284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D118D7-4C74-45BE-B9B8-0600B691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2004"/>
            <a:ext cx="10353762" cy="721453"/>
          </a:xfrm>
        </p:spPr>
        <p:txBody>
          <a:bodyPr>
            <a:normAutofit/>
          </a:bodyPr>
          <a:lstStyle/>
          <a:p>
            <a:r>
              <a:rPr lang="hu-HU" dirty="0" err="1"/>
              <a:t>Graphic</a:t>
            </a:r>
            <a:r>
              <a:rPr lang="hu-HU" dirty="0"/>
              <a:t> design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frontend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EBE945B-3E72-44C7-8369-CF2EB143D4D3}"/>
              </a:ext>
            </a:extLst>
          </p:cNvPr>
          <p:cNvSpPr/>
          <p:nvPr/>
        </p:nvSpPr>
        <p:spPr>
          <a:xfrm>
            <a:off x="449080" y="1249960"/>
            <a:ext cx="11283192" cy="530603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37E3130-494F-4F8E-AEFD-FB989FC329F8}"/>
              </a:ext>
            </a:extLst>
          </p:cNvPr>
          <p:cNvSpPr/>
          <p:nvPr/>
        </p:nvSpPr>
        <p:spPr>
          <a:xfrm>
            <a:off x="713064" y="1484851"/>
            <a:ext cx="2114026" cy="4613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Barber</a:t>
            </a:r>
            <a:r>
              <a:rPr lang="hu-HU" dirty="0"/>
              <a:t> </a:t>
            </a:r>
            <a:r>
              <a:rPr lang="hu-HU" dirty="0" err="1"/>
              <a:t>salon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AED06FFB-45DF-4B38-A47F-98ED89E9FE19}"/>
              </a:ext>
            </a:extLst>
          </p:cNvPr>
          <p:cNvSpPr/>
          <p:nvPr/>
        </p:nvSpPr>
        <p:spPr>
          <a:xfrm>
            <a:off x="3087148" y="1619075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Info</a:t>
            </a:r>
            <a:endParaRPr lang="hu-HU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7FBD1ADD-0555-47CB-BD3A-36F5ABE44D0C}"/>
              </a:ext>
            </a:extLst>
          </p:cNvPr>
          <p:cNvSpPr/>
          <p:nvPr/>
        </p:nvSpPr>
        <p:spPr>
          <a:xfrm>
            <a:off x="4999838" y="1619075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Barbers</a:t>
            </a:r>
            <a:endParaRPr lang="hu-HU" dirty="0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D99E63F-D35C-4D5D-A8D7-C24BB0FBDAC5}"/>
              </a:ext>
            </a:extLst>
          </p:cNvPr>
          <p:cNvSpPr/>
          <p:nvPr/>
        </p:nvSpPr>
        <p:spPr>
          <a:xfrm>
            <a:off x="6912528" y="1619075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Booking</a:t>
            </a:r>
            <a:endParaRPr lang="hu-HU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CBD790B7-6751-48CB-8072-7290CF689CB0}"/>
              </a:ext>
            </a:extLst>
          </p:cNvPr>
          <p:cNvSpPr/>
          <p:nvPr/>
        </p:nvSpPr>
        <p:spPr>
          <a:xfrm>
            <a:off x="8825218" y="1619075"/>
            <a:ext cx="1702966" cy="3271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Map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F479668-BD91-4506-B005-EEF551836E1E}"/>
              </a:ext>
            </a:extLst>
          </p:cNvPr>
          <p:cNvSpPr txBox="1"/>
          <p:nvPr/>
        </p:nvSpPr>
        <p:spPr>
          <a:xfrm flipH="1">
            <a:off x="3158034" y="1233184"/>
            <a:ext cx="148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(</a:t>
            </a:r>
            <a:r>
              <a:rPr lang="hu-HU" dirty="0" err="1"/>
              <a:t>Nav</a:t>
            </a:r>
            <a:r>
              <a:rPr lang="hu-HU" dirty="0"/>
              <a:t> </a:t>
            </a:r>
            <a:r>
              <a:rPr lang="hu-HU" dirty="0" err="1"/>
              <a:t>menu</a:t>
            </a:r>
            <a:r>
              <a:rPr lang="hu-HU" dirty="0"/>
              <a:t>)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05A5079D-4AC5-472F-94DF-B23F05A43EE6}"/>
              </a:ext>
            </a:extLst>
          </p:cNvPr>
          <p:cNvSpPr/>
          <p:nvPr/>
        </p:nvSpPr>
        <p:spPr>
          <a:xfrm>
            <a:off x="654341" y="2340527"/>
            <a:ext cx="8170877" cy="40686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about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salon</a:t>
            </a:r>
            <a:endParaRPr lang="hu-HU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7607749-0B3F-4E0A-AECF-E7EF9EA8913D}"/>
              </a:ext>
            </a:extLst>
          </p:cNvPr>
          <p:cNvSpPr txBox="1"/>
          <p:nvPr/>
        </p:nvSpPr>
        <p:spPr>
          <a:xfrm>
            <a:off x="553671" y="1958721"/>
            <a:ext cx="284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Background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salon</a:t>
            </a:r>
            <a:endParaRPr lang="hu-HU" dirty="0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994E8B50-5FC6-44F8-968F-581EBCA01D0D}"/>
              </a:ext>
            </a:extLst>
          </p:cNvPr>
          <p:cNvSpPr/>
          <p:nvPr/>
        </p:nvSpPr>
        <p:spPr>
          <a:xfrm>
            <a:off x="9030479" y="2429660"/>
            <a:ext cx="2571493" cy="3890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Contact</a:t>
            </a:r>
            <a:r>
              <a:rPr lang="hu-HU" dirty="0"/>
              <a:t> </a:t>
            </a:r>
            <a:r>
              <a:rPr lang="hu-HU" dirty="0" err="1"/>
              <a:t>Details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63766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F458E-BB76-414E-B762-138EF707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27CBA901-600F-4529-9CEA-CE555387EC96}"/>
              </a:ext>
            </a:extLst>
          </p:cNvPr>
          <p:cNvSpPr/>
          <p:nvPr/>
        </p:nvSpPr>
        <p:spPr>
          <a:xfrm>
            <a:off x="449080" y="609600"/>
            <a:ext cx="11283192" cy="291377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A2BEFFB7-D0C6-4570-8D16-9766E9D42205}"/>
              </a:ext>
            </a:extLst>
          </p:cNvPr>
          <p:cNvSpPr/>
          <p:nvPr/>
        </p:nvSpPr>
        <p:spPr>
          <a:xfrm>
            <a:off x="459728" y="3723314"/>
            <a:ext cx="11283192" cy="291377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C16A6C8D-EE18-4FD1-9338-EED29A28B61B}"/>
              </a:ext>
            </a:extLst>
          </p:cNvPr>
          <p:cNvSpPr/>
          <p:nvPr/>
        </p:nvSpPr>
        <p:spPr>
          <a:xfrm>
            <a:off x="796954" y="872455"/>
            <a:ext cx="5805182" cy="24160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Calendar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booked</a:t>
            </a:r>
            <a:r>
              <a:rPr lang="hu-HU" dirty="0"/>
              <a:t> </a:t>
            </a:r>
            <a:r>
              <a:rPr lang="hu-HU" dirty="0" err="1"/>
              <a:t>appointments</a:t>
            </a:r>
            <a:endParaRPr lang="hu-HU" dirty="0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6F06541E-C53A-4808-8CB1-6A43E41EAFB9}"/>
              </a:ext>
            </a:extLst>
          </p:cNvPr>
          <p:cNvSpPr/>
          <p:nvPr/>
        </p:nvSpPr>
        <p:spPr>
          <a:xfrm>
            <a:off x="6853806" y="872456"/>
            <a:ext cx="2969702" cy="2416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Barbers</a:t>
            </a:r>
            <a:endParaRPr lang="hu-HU" dirty="0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984E27BE-EB9C-4087-B858-0F75C1F2D516}"/>
              </a:ext>
            </a:extLst>
          </p:cNvPr>
          <p:cNvSpPr/>
          <p:nvPr/>
        </p:nvSpPr>
        <p:spPr>
          <a:xfrm>
            <a:off x="10152345" y="1478907"/>
            <a:ext cx="1115212" cy="12031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Book</a:t>
            </a:r>
            <a:endParaRPr lang="hu-HU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6F19BF13-66DA-44B8-84C5-2F722AE02D8D}"/>
              </a:ext>
            </a:extLst>
          </p:cNvPr>
          <p:cNvSpPr/>
          <p:nvPr/>
        </p:nvSpPr>
        <p:spPr>
          <a:xfrm>
            <a:off x="680906" y="3972187"/>
            <a:ext cx="10820399" cy="24537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1480689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1297D8-B861-47F7-98A1-A50EF52C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press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book</a:t>
            </a:r>
            <a:r>
              <a:rPr lang="hu-HU" dirty="0"/>
              <a:t> </a:t>
            </a:r>
            <a:r>
              <a:rPr lang="hu-HU" dirty="0" err="1"/>
              <a:t>button</a:t>
            </a:r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5D64D316-AA15-4837-A40B-5FD32B797024}"/>
              </a:ext>
            </a:extLst>
          </p:cNvPr>
          <p:cNvSpPr/>
          <p:nvPr/>
        </p:nvSpPr>
        <p:spPr>
          <a:xfrm>
            <a:off x="449080" y="1479382"/>
            <a:ext cx="11283192" cy="483752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1523750-46CE-4DFC-8524-927608FD0663}"/>
              </a:ext>
            </a:extLst>
          </p:cNvPr>
          <p:cNvSpPr/>
          <p:nvPr/>
        </p:nvSpPr>
        <p:spPr>
          <a:xfrm>
            <a:off x="746620" y="1837189"/>
            <a:ext cx="1921079" cy="4169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Barbers</a:t>
            </a:r>
            <a:endParaRPr lang="hu-HU" dirty="0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991AA8C0-86C6-47D5-A5AB-C1E9D45EAB1C}"/>
              </a:ext>
            </a:extLst>
          </p:cNvPr>
          <p:cNvSpPr/>
          <p:nvPr/>
        </p:nvSpPr>
        <p:spPr>
          <a:xfrm>
            <a:off x="3088547" y="1837189"/>
            <a:ext cx="1921079" cy="4169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Services</a:t>
            </a:r>
            <a:endParaRPr lang="hu-HU" dirty="0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735000D9-1326-4ED0-8344-B9B0C0C9F070}"/>
              </a:ext>
            </a:extLst>
          </p:cNvPr>
          <p:cNvSpPr/>
          <p:nvPr/>
        </p:nvSpPr>
        <p:spPr>
          <a:xfrm>
            <a:off x="5430474" y="1863816"/>
            <a:ext cx="5760440" cy="4169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Avaliable</a:t>
            </a:r>
            <a:r>
              <a:rPr lang="hu-HU" dirty="0"/>
              <a:t> </a:t>
            </a:r>
            <a:r>
              <a:rPr lang="hu-HU" dirty="0" err="1"/>
              <a:t>appointments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barber</a:t>
            </a:r>
            <a:endParaRPr lang="hu-HU" dirty="0"/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BD4833CD-83AE-4B25-A9FC-728EAD83A97B}"/>
              </a:ext>
            </a:extLst>
          </p:cNvPr>
          <p:cNvCxnSpPr>
            <a:cxnSpLocks/>
          </p:cNvCxnSpPr>
          <p:nvPr/>
        </p:nvCxnSpPr>
        <p:spPr>
          <a:xfrm>
            <a:off x="2424417" y="1719743"/>
            <a:ext cx="8822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0E1E7D88-90D7-49CB-A2F9-1335CE6D00FC}"/>
              </a:ext>
            </a:extLst>
          </p:cNvPr>
          <p:cNvCxnSpPr>
            <a:cxnSpLocks/>
          </p:cNvCxnSpPr>
          <p:nvPr/>
        </p:nvCxnSpPr>
        <p:spPr>
          <a:xfrm>
            <a:off x="4892178" y="1719743"/>
            <a:ext cx="8822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310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D09644-C263-447C-9795-66DC04F3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WPF Design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EE811674-EBED-46CB-A5D5-E54BA0976E88}"/>
              </a:ext>
            </a:extLst>
          </p:cNvPr>
          <p:cNvSpPr/>
          <p:nvPr/>
        </p:nvSpPr>
        <p:spPr>
          <a:xfrm>
            <a:off x="4804929" y="1934710"/>
            <a:ext cx="2571493" cy="3890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Login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Barbers</a:t>
            </a: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5551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1307AA-08BF-44F5-8202-CAD53168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0245"/>
            <a:ext cx="10353762" cy="970450"/>
          </a:xfrm>
        </p:spPr>
        <p:txBody>
          <a:bodyPr/>
          <a:lstStyle/>
          <a:p>
            <a:r>
              <a:rPr lang="hu-HU" dirty="0" err="1"/>
              <a:t>After</a:t>
            </a:r>
            <a:r>
              <a:rPr lang="hu-HU" dirty="0"/>
              <a:t> Login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34E7C4E4-477F-4257-90DF-DF522338AD3C}"/>
              </a:ext>
            </a:extLst>
          </p:cNvPr>
          <p:cNvSpPr/>
          <p:nvPr/>
        </p:nvSpPr>
        <p:spPr>
          <a:xfrm>
            <a:off x="553671" y="1207584"/>
            <a:ext cx="11283192" cy="530603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BF2DE2F4-6B48-4E83-BD77-97F5A3C5B480}"/>
              </a:ext>
            </a:extLst>
          </p:cNvPr>
          <p:cNvSpPr/>
          <p:nvPr/>
        </p:nvSpPr>
        <p:spPr>
          <a:xfrm>
            <a:off x="4739779" y="1404887"/>
            <a:ext cx="2114026" cy="4613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Barber</a:t>
            </a:r>
            <a:r>
              <a:rPr lang="hu-HU" dirty="0"/>
              <a:t> </a:t>
            </a:r>
            <a:r>
              <a:rPr lang="hu-HU" dirty="0" err="1"/>
              <a:t>salon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CECB688-7AEF-43BB-A768-219370BD696B}"/>
              </a:ext>
            </a:extLst>
          </p:cNvPr>
          <p:cNvSpPr/>
          <p:nvPr/>
        </p:nvSpPr>
        <p:spPr>
          <a:xfrm>
            <a:off x="639847" y="2340526"/>
            <a:ext cx="8170877" cy="40686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Calendar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booked</a:t>
            </a:r>
            <a:r>
              <a:rPr lang="hu-HU" dirty="0"/>
              <a:t> </a:t>
            </a:r>
            <a:r>
              <a:rPr lang="hu-HU" dirty="0" err="1"/>
              <a:t>appointments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FCA5112-482A-46A2-AB03-83A1576059B6}"/>
              </a:ext>
            </a:extLst>
          </p:cNvPr>
          <p:cNvSpPr txBox="1"/>
          <p:nvPr/>
        </p:nvSpPr>
        <p:spPr>
          <a:xfrm>
            <a:off x="553671" y="1266252"/>
            <a:ext cx="284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Background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salon</a:t>
            </a:r>
            <a:endParaRPr lang="hu-HU" dirty="0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93FA714E-C558-4B6D-A4BC-6DB39A67C42D}"/>
              </a:ext>
            </a:extLst>
          </p:cNvPr>
          <p:cNvSpPr/>
          <p:nvPr/>
        </p:nvSpPr>
        <p:spPr>
          <a:xfrm>
            <a:off x="9038047" y="2429660"/>
            <a:ext cx="2571493" cy="3890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Next</a:t>
            </a:r>
            <a:r>
              <a:rPr lang="hu-HU" dirty="0"/>
              <a:t> </a:t>
            </a:r>
            <a:r>
              <a:rPr lang="hu-HU" dirty="0" err="1"/>
              <a:t>Appointments</a:t>
            </a:r>
            <a:endParaRPr lang="hu-HU" dirty="0"/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C2AD5AA1-03A7-42FC-96B8-849A13D6DFDA}"/>
              </a:ext>
            </a:extLst>
          </p:cNvPr>
          <p:cNvSpPr/>
          <p:nvPr/>
        </p:nvSpPr>
        <p:spPr>
          <a:xfrm>
            <a:off x="713064" y="1845579"/>
            <a:ext cx="931179" cy="31477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200" dirty="0"/>
              <a:t>Add </a:t>
            </a:r>
            <a:r>
              <a:rPr lang="hu-HU" sz="1200" dirty="0" err="1"/>
              <a:t>new</a:t>
            </a:r>
            <a:r>
              <a:rPr lang="hu-HU" sz="1200" dirty="0"/>
              <a:t> </a:t>
            </a:r>
            <a:r>
              <a:rPr lang="hu-HU" sz="1200" dirty="0" err="1"/>
              <a:t>Barber</a:t>
            </a:r>
            <a:endParaRPr lang="hu-HU" sz="1200" dirty="0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89007929-6559-415F-856B-7B3A569BCA85}"/>
              </a:ext>
            </a:extLst>
          </p:cNvPr>
          <p:cNvSpPr/>
          <p:nvPr/>
        </p:nvSpPr>
        <p:spPr>
          <a:xfrm>
            <a:off x="10707150" y="1959258"/>
            <a:ext cx="931179" cy="2889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200" dirty="0"/>
              <a:t>Logout</a:t>
            </a:r>
          </a:p>
        </p:txBody>
      </p:sp>
    </p:spTree>
    <p:extLst>
      <p:ext uri="{BB962C8B-B14F-4D97-AF65-F5344CB8AC3E}">
        <p14:creationId xmlns:p14="http://schemas.microsoft.com/office/powerpoint/2010/main" val="3706753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D09644-C263-447C-9795-66DC04F3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Mobile Design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EE811674-EBED-46CB-A5D5-E54BA0976E88}"/>
              </a:ext>
            </a:extLst>
          </p:cNvPr>
          <p:cNvSpPr/>
          <p:nvPr/>
        </p:nvSpPr>
        <p:spPr>
          <a:xfrm>
            <a:off x="4804929" y="1644242"/>
            <a:ext cx="2571493" cy="49411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Login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Barbers</a:t>
            </a: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33850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395D682-5CCF-43F5-871D-67FCA029BB98}"/>
              </a:ext>
            </a:extLst>
          </p:cNvPr>
          <p:cNvSpPr/>
          <p:nvPr/>
        </p:nvSpPr>
        <p:spPr>
          <a:xfrm>
            <a:off x="4737817" y="1342238"/>
            <a:ext cx="2571493" cy="49411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61307AA-08BF-44F5-8202-CAD53168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0245"/>
            <a:ext cx="10353762" cy="970450"/>
          </a:xfrm>
        </p:spPr>
        <p:txBody>
          <a:bodyPr/>
          <a:lstStyle/>
          <a:p>
            <a:r>
              <a:rPr lang="hu-HU" dirty="0" err="1"/>
              <a:t>After</a:t>
            </a:r>
            <a:r>
              <a:rPr lang="hu-HU" dirty="0"/>
              <a:t> Login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2A1DB2-B1BE-4802-B8E1-0274E4F39FA7}"/>
              </a:ext>
            </a:extLst>
          </p:cNvPr>
          <p:cNvSpPr txBox="1"/>
          <p:nvPr/>
        </p:nvSpPr>
        <p:spPr>
          <a:xfrm>
            <a:off x="5378462" y="1669409"/>
            <a:ext cx="1424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/>
              <a:t>Barber</a:t>
            </a:r>
            <a:r>
              <a:rPr lang="hu-HU" sz="1200" dirty="0"/>
              <a:t> </a:t>
            </a:r>
            <a:r>
              <a:rPr lang="hu-HU" sz="1200" dirty="0" err="1"/>
              <a:t>salon</a:t>
            </a:r>
            <a:r>
              <a:rPr lang="hu-HU" sz="1200" dirty="0"/>
              <a:t> </a:t>
            </a:r>
            <a:r>
              <a:rPr lang="hu-HU" sz="1200" dirty="0" err="1"/>
              <a:t>name</a:t>
            </a:r>
            <a:endParaRPr lang="hu-HU" sz="1200" dirty="0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F7E5F898-207B-4D93-AC7D-64838BE58C01}"/>
              </a:ext>
            </a:extLst>
          </p:cNvPr>
          <p:cNvSpPr/>
          <p:nvPr/>
        </p:nvSpPr>
        <p:spPr>
          <a:xfrm>
            <a:off x="4941117" y="2144092"/>
            <a:ext cx="2172748" cy="12150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Appointments</a:t>
            </a:r>
            <a:endParaRPr lang="hu-HU" dirty="0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BA53D76D-D570-4EBB-9871-B1040361A340}"/>
              </a:ext>
            </a:extLst>
          </p:cNvPr>
          <p:cNvSpPr/>
          <p:nvPr/>
        </p:nvSpPr>
        <p:spPr>
          <a:xfrm>
            <a:off x="5063157" y="3466781"/>
            <a:ext cx="1987923" cy="9704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 err="1"/>
              <a:t>Earliest</a:t>
            </a:r>
            <a:r>
              <a:rPr lang="hu-HU" sz="1400" dirty="0"/>
              <a:t> </a:t>
            </a:r>
            <a:r>
              <a:rPr lang="hu-HU" sz="1400" dirty="0" err="1"/>
              <a:t>Appointment</a:t>
            </a:r>
            <a:r>
              <a:rPr lang="hu-HU" sz="1400" dirty="0"/>
              <a:t> </a:t>
            </a:r>
            <a:r>
              <a:rPr lang="hu-HU" sz="1400" dirty="0" err="1"/>
              <a:t>with</a:t>
            </a:r>
            <a:r>
              <a:rPr lang="hu-HU" sz="1400" dirty="0"/>
              <a:t> </a:t>
            </a:r>
            <a:r>
              <a:rPr lang="hu-HU" sz="1400" dirty="0" err="1"/>
              <a:t>client</a:t>
            </a:r>
            <a:r>
              <a:rPr lang="hu-HU" sz="1400" dirty="0"/>
              <a:t> </a:t>
            </a:r>
            <a:r>
              <a:rPr lang="hu-HU" sz="1400" dirty="0" err="1"/>
              <a:t>information</a:t>
            </a:r>
            <a:endParaRPr lang="hu-HU" sz="1400" dirty="0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A24BCE66-3F39-4DFC-BEE6-DAFB176AFDE3}"/>
              </a:ext>
            </a:extLst>
          </p:cNvPr>
          <p:cNvSpPr/>
          <p:nvPr/>
        </p:nvSpPr>
        <p:spPr>
          <a:xfrm>
            <a:off x="5690301" y="5756910"/>
            <a:ext cx="666524" cy="2434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100" dirty="0"/>
              <a:t>Logout</a:t>
            </a:r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41F4E623-28AA-430C-9622-B9C80A6AA9F1}"/>
              </a:ext>
            </a:extLst>
          </p:cNvPr>
          <p:cNvSpPr/>
          <p:nvPr/>
        </p:nvSpPr>
        <p:spPr>
          <a:xfrm>
            <a:off x="5243119" y="4634915"/>
            <a:ext cx="1559770" cy="9704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 err="1"/>
              <a:t>Avalaible</a:t>
            </a:r>
            <a:r>
              <a:rPr lang="hu-HU" sz="1600" dirty="0"/>
              <a:t> </a:t>
            </a:r>
            <a:r>
              <a:rPr lang="hu-HU" sz="1600" dirty="0" err="1"/>
              <a:t>Appointments</a:t>
            </a:r>
            <a:endParaRPr lang="hu-HU" sz="1600" dirty="0"/>
          </a:p>
          <a:p>
            <a:pPr algn="ctr"/>
            <a:r>
              <a:rPr lang="hu-HU" sz="1600" dirty="0" err="1"/>
              <a:t>Today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1756509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274EB219-6BB9-4E0F-BDE9-A104D1F2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Vége</a:t>
            </a:r>
            <a:br>
              <a:rPr lang="hu-HU" dirty="0"/>
            </a:br>
            <a:r>
              <a:rPr lang="hu-HU" sz="1800" dirty="0"/>
              <a:t>End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27599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TM04033929[[fn=Pala]]</Template>
  <TotalTime>146</TotalTime>
  <Words>600</Words>
  <Application>Microsoft Office PowerPoint</Application>
  <PresentationFormat>Szélesvásznú</PresentationFormat>
  <Paragraphs>162</Paragraphs>
  <Slides>27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27</vt:i4>
      </vt:variant>
    </vt:vector>
  </HeadingPairs>
  <TitlesOfParts>
    <vt:vector size="31" baseType="lpstr">
      <vt:lpstr>Calisto MT</vt:lpstr>
      <vt:lpstr>Trebuchet MS</vt:lpstr>
      <vt:lpstr>Wingdings 2</vt:lpstr>
      <vt:lpstr>Pala</vt:lpstr>
      <vt:lpstr>Barber Időpontfoglaló projekt Barber Appointment booking project</vt:lpstr>
      <vt:lpstr>Fő feladatok</vt:lpstr>
      <vt:lpstr>Adatbázis</vt:lpstr>
      <vt:lpstr>Weboldal Nézet</vt:lpstr>
      <vt:lpstr>WPF nézet</vt:lpstr>
      <vt:lpstr>Mobil alkalmazás nézet</vt:lpstr>
      <vt:lpstr>Grafikai terv a frontendhez</vt:lpstr>
      <vt:lpstr>PowerPoint-bemutató</vt:lpstr>
      <vt:lpstr>Ha rámész a foglalásra</vt:lpstr>
      <vt:lpstr>WPF Design</vt:lpstr>
      <vt:lpstr>Bejelentkezés Után</vt:lpstr>
      <vt:lpstr>Mobile Design</vt:lpstr>
      <vt:lpstr>Bejelentkezés után</vt:lpstr>
      <vt:lpstr>Angol nyelvű prezentáció (English)</vt:lpstr>
      <vt:lpstr>Main function</vt:lpstr>
      <vt:lpstr>DataBase</vt:lpstr>
      <vt:lpstr>Webpage</vt:lpstr>
      <vt:lpstr>WPF</vt:lpstr>
      <vt:lpstr>Mobile application</vt:lpstr>
      <vt:lpstr>Graphic design for the frontend</vt:lpstr>
      <vt:lpstr>PowerPoint-bemutató</vt:lpstr>
      <vt:lpstr>If you press on book button</vt:lpstr>
      <vt:lpstr>WPF Design</vt:lpstr>
      <vt:lpstr>After Login</vt:lpstr>
      <vt:lpstr>Mobile Design</vt:lpstr>
      <vt:lpstr>After Login</vt:lpstr>
      <vt:lpstr>Vége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Fodrász Időpontfoglaló projekt</dc:title>
  <dc:creator>Gózon Szabolcs Dániel</dc:creator>
  <cp:lastModifiedBy>Gózon Szabolcs Dániel</cp:lastModifiedBy>
  <cp:revision>112</cp:revision>
  <dcterms:created xsi:type="dcterms:W3CDTF">2025-10-22T09:47:29Z</dcterms:created>
  <dcterms:modified xsi:type="dcterms:W3CDTF">2025-12-03T10:27:14Z</dcterms:modified>
</cp:coreProperties>
</file>